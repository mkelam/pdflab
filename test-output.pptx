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8659" y="848360"/>
            <a:ext cx="159321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b="1">
                <a:latin typeface="Arial"/>
                <a:cs typeface="Arial"/>
              </a:rPr>
              <a:t>Dummy PDF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file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Evangelos Vlachogiannis</dc:creator>
  <dcterms:created xsi:type="dcterms:W3CDTF">2025-10-29T20:32:47Z</dcterms:created>
  <dcterms:modified xsi:type="dcterms:W3CDTF">2025-10-29T20:32:47Z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2007-02-23T00:00:00Z</vt:filetime>
  </property>
  <property fmtid="{D5CDD505-2E9C-101B-9397-08002B2CF9AE}" pid="3" name="Creator">
    <vt:lpwstr>Writer</vt:lpwstr>
  </property>
  <property fmtid="{D5CDD505-2E9C-101B-9397-08002B2CF9AE}" pid="4" name="Producer">
    <vt:lpwstr>OpenOffice.org 2.1</vt:lpwstr>
  </property>
  <property fmtid="{D5CDD505-2E9C-101B-9397-08002B2CF9AE}" pid="5" name="LastSaved">
    <vt:filetime>2007-02-23T00:00:00Z</vt:filetime>
  </property>
</Properties>
</file>